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5925800" cy="896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se_4_condicionales_en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ía_qué_es_una_condi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dicionales_simples_en_programac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dicional_doble_dos_caminos_de_decis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dicional_múltiple_varias_opciones_un_result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dicionales_anidados_aprende_y_prac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ración_rápida_de_condicio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áctica_guiada_sistema_de_acceso_al_labor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